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季度复盘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收入增长 12%</a:t>
            </a:r>
          </a:p>
          <a:p>
            <a:r>
              <a:t>成本下降 3%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下季度计划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上线 IVR 孟加拉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